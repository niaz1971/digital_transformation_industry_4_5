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85D33-9A4A-4675-9E26-E1545A89E2F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49FB-1F36-4E03-B0D0-8FB95E5D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5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85D33-9A4A-4675-9E26-E1545A89E2F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49FB-1F36-4E03-B0D0-8FB95E5D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84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85D33-9A4A-4675-9E26-E1545A89E2F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49FB-1F36-4E03-B0D0-8FB95E5D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3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85D33-9A4A-4675-9E26-E1545A89E2F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49FB-1F36-4E03-B0D0-8FB95E5D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09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85D33-9A4A-4675-9E26-E1545A89E2F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49FB-1F36-4E03-B0D0-8FB95E5D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61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85D33-9A4A-4675-9E26-E1545A89E2F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49FB-1F36-4E03-B0D0-8FB95E5D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7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85D33-9A4A-4675-9E26-E1545A89E2F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49FB-1F36-4E03-B0D0-8FB95E5D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85D33-9A4A-4675-9E26-E1545A89E2F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49FB-1F36-4E03-B0D0-8FB95E5D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74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85D33-9A4A-4675-9E26-E1545A89E2F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49FB-1F36-4E03-B0D0-8FB95E5D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3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85D33-9A4A-4675-9E26-E1545A89E2F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49FB-1F36-4E03-B0D0-8FB95E5D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85D33-9A4A-4675-9E26-E1545A89E2F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149FB-1F36-4E03-B0D0-8FB95E5D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4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85D33-9A4A-4675-9E26-E1545A89E2F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149FB-1F36-4E03-B0D0-8FB95E5D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17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54" y="220515"/>
            <a:ext cx="4486901" cy="25244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958" y="3147486"/>
            <a:ext cx="5658640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516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967" y="1461813"/>
            <a:ext cx="9250066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06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2" y="1247470"/>
            <a:ext cx="8602275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59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125" y="794970"/>
            <a:ext cx="8411749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3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18" y="251670"/>
            <a:ext cx="10929742" cy="630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98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47" y="68676"/>
            <a:ext cx="4729546" cy="30436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822" y="3474948"/>
            <a:ext cx="8973802" cy="27435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444" y="237757"/>
            <a:ext cx="3600953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60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Wazir laghari</dc:creator>
  <cp:lastModifiedBy>Wazir laghari</cp:lastModifiedBy>
  <cp:revision>3</cp:revision>
  <dcterms:created xsi:type="dcterms:W3CDTF">2025-11-04T16:44:08Z</dcterms:created>
  <dcterms:modified xsi:type="dcterms:W3CDTF">2025-11-04T17:21:06Z</dcterms:modified>
</cp:coreProperties>
</file>