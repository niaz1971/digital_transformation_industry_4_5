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8925-3F2E-41DB-B838-958298F70C4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01148-F90C-4BFF-84E0-548EBC019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37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8925-3F2E-41DB-B838-958298F70C4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01148-F90C-4BFF-84E0-548EBC019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930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8925-3F2E-41DB-B838-958298F70C4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01148-F90C-4BFF-84E0-548EBC019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36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8925-3F2E-41DB-B838-958298F70C4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01148-F90C-4BFF-84E0-548EBC019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27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8925-3F2E-41DB-B838-958298F70C4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01148-F90C-4BFF-84E0-548EBC019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21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8925-3F2E-41DB-B838-958298F70C4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01148-F90C-4BFF-84E0-548EBC019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452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8925-3F2E-41DB-B838-958298F70C4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01148-F90C-4BFF-84E0-548EBC019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935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8925-3F2E-41DB-B838-958298F70C4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01148-F90C-4BFF-84E0-548EBC019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743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8925-3F2E-41DB-B838-958298F70C4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01148-F90C-4BFF-84E0-548EBC019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8925-3F2E-41DB-B838-958298F70C4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01148-F90C-4BFF-84E0-548EBC019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38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8925-3F2E-41DB-B838-958298F70C4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01148-F90C-4BFF-84E0-548EBC019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841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E8925-3F2E-41DB-B838-958298F70C4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01148-F90C-4BFF-84E0-548EBC019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56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7497" y="209725"/>
            <a:ext cx="9144000" cy="84728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What is Big Data</a:t>
            </a:r>
            <a:r>
              <a:rPr lang="en-US" b="1" dirty="0" smtClean="0">
                <a:solidFill>
                  <a:srgbClr val="7030A0"/>
                </a:solidFill>
              </a:rPr>
              <a:t>?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150" y="1127286"/>
            <a:ext cx="11864830" cy="1655762"/>
          </a:xfrm>
        </p:spPr>
        <p:txBody>
          <a:bodyPr>
            <a:normAutofit/>
          </a:bodyPr>
          <a:lstStyle/>
          <a:p>
            <a:pPr algn="l"/>
            <a:r>
              <a:rPr lang="en-US" dirty="0" smtClean="0"/>
              <a:t>Big Data refers to </a:t>
            </a:r>
            <a:r>
              <a:rPr lang="en-US" b="1" dirty="0" smtClean="0"/>
              <a:t>extremely large and complex datasets</a:t>
            </a:r>
            <a:r>
              <a:rPr lang="en-US" dirty="0" smtClean="0"/>
              <a:t> that cannot be effectively processed, stored, or analyzed using traditional data processing applications.</a:t>
            </a:r>
            <a:endParaRPr lang="en-US" dirty="0"/>
          </a:p>
        </p:txBody>
      </p:sp>
      <p:sp>
        <p:nvSpPr>
          <p:cNvPr id="4" name="AutoShape 2" descr="What is Big Data? - Analytics Vidhy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044" y="2166974"/>
            <a:ext cx="7009010" cy="428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66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9057"/>
            <a:ext cx="10515600" cy="54139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7030A0"/>
                </a:solidFill>
              </a:rPr>
              <a:t>What are the 5 V's of Big Data?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976" y="80216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Volume </a:t>
            </a:r>
            <a:r>
              <a:rPr lang="en-US" dirty="0"/>
              <a:t>(amount of data), Velocity (speed of data generation), Variety (different data types), Veracity (accuracy), and Value (usefulness).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58" y="2750799"/>
            <a:ext cx="6312299" cy="31561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327" y="2527485"/>
            <a:ext cx="4717596" cy="360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35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024" y="151002"/>
            <a:ext cx="10515600" cy="57495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7030A0"/>
                </a:solidFill>
              </a:rPr>
              <a:t>What is Big Data Analytics?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004" y="947956"/>
            <a:ext cx="11551640" cy="5830349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dirty="0" smtClean="0"/>
              <a:t>It is the process of examining large and diverse data sets to uncover hidden patterns, unknown correlations, market trends, customer preferences, and other useful business information.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 smtClean="0"/>
              <a:t>Big data analytics refers to the systematic processing and analysis of large amounts of data and complex data sets, known as big data, to extract valuable insights.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 smtClean="0"/>
              <a:t>Big data analytics allows for the uncovering of trends, patterns and correlations in large amounts of raw data to help analysts make data-informed decisions. 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 smtClean="0"/>
              <a:t>This process allows organizations to leverage the exponentially growing data generated from diverse sources, including internet-of-things (IoT) sensors, social media, financial transactions and smart devices to derive actionable intelligence through advanced analytic techniques.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733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8114"/>
            <a:ext cx="8616193" cy="48462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7030A0"/>
                </a:solidFill>
              </a:rPr>
              <a:t>Process of Big Data Analytics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001" y="1825625"/>
            <a:ext cx="11945923" cy="4868790"/>
          </a:xfrm>
        </p:spPr>
        <p:txBody>
          <a:bodyPr>
            <a:normAutofit lnSpcReduction="10000"/>
          </a:bodyPr>
          <a:lstStyle/>
          <a:p>
            <a:pPr algn="just" fontAlgn="base">
              <a:buFont typeface="Wingdings" panose="05000000000000000000" pitchFamily="2" charset="2"/>
              <a:buChar char="q"/>
            </a:pPr>
            <a:r>
              <a:rPr lang="en-US" b="1" dirty="0"/>
              <a:t>Data Collection</a:t>
            </a:r>
            <a:r>
              <a:rPr lang="en-US" dirty="0"/>
              <a:t>: Gathering vast amounts of data from diverse sources, including social media, sensors, transactional records, and more.</a:t>
            </a:r>
          </a:p>
          <a:p>
            <a:pPr algn="just" fontAlgn="base">
              <a:buFont typeface="Wingdings" panose="05000000000000000000" pitchFamily="2" charset="2"/>
              <a:buChar char="q"/>
            </a:pPr>
            <a:r>
              <a:rPr lang="en-US" b="1" dirty="0"/>
              <a:t>Data Organization</a:t>
            </a:r>
            <a:r>
              <a:rPr lang="en-US" dirty="0"/>
              <a:t>: Structuring and categorizing data to make it manageable. This often involves cleaning the data to remove inaccuracies and inconsistencies.</a:t>
            </a:r>
          </a:p>
          <a:p>
            <a:pPr algn="just" fontAlgn="base">
              <a:buFont typeface="Wingdings" panose="05000000000000000000" pitchFamily="2" charset="2"/>
              <a:buChar char="q"/>
            </a:pPr>
            <a:r>
              <a:rPr lang="en-US" b="1" dirty="0"/>
              <a:t>Data Analysis</a:t>
            </a:r>
            <a:r>
              <a:rPr lang="en-US" dirty="0"/>
              <a:t>: Applying various analytical methods to extract meaningful patterns and insights from the data. Techniques include statistical analysis, machine learning, and data mining.</a:t>
            </a:r>
          </a:p>
          <a:p>
            <a:pPr algn="just" fontAlgn="base">
              <a:buFont typeface="Wingdings" panose="05000000000000000000" pitchFamily="2" charset="2"/>
              <a:buChar char="q"/>
            </a:pPr>
            <a:r>
              <a:rPr lang="en-US" b="1" dirty="0"/>
              <a:t>Insight Extraction</a:t>
            </a:r>
            <a:r>
              <a:rPr lang="en-US" dirty="0"/>
              <a:t>: Interpreting the results to identify trends, patterns, and correlations that can inform business decisions or solve problems.</a:t>
            </a:r>
          </a:p>
          <a:p>
            <a:pPr algn="just" fontAlgn="base">
              <a:buFont typeface="Wingdings" panose="05000000000000000000" pitchFamily="2" charset="2"/>
              <a:buChar char="q"/>
            </a:pPr>
            <a:r>
              <a:rPr lang="en-US" b="1" dirty="0"/>
              <a:t>Decision Making</a:t>
            </a:r>
            <a:r>
              <a:rPr lang="en-US" dirty="0"/>
              <a:t>: Using the insights gained to make informed, data-driven decisions that can lead to improved outcomes and efficiency.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8046" y="218114"/>
            <a:ext cx="3598877" cy="145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50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02" y="192947"/>
            <a:ext cx="11954312" cy="69239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7030A0"/>
                </a:solidFill>
              </a:rPr>
              <a:t>Technologies and Techniques in Big Data Analytics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581" y="885344"/>
            <a:ext cx="10678448" cy="577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54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312" y="201336"/>
            <a:ext cx="10515600" cy="67562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7030A0"/>
                </a:solidFill>
              </a:rPr>
              <a:t>Importance of Big Data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60" y="876956"/>
            <a:ext cx="11560029" cy="581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48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367" y="302004"/>
            <a:ext cx="10515600" cy="6840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7030A0"/>
                </a:solidFill>
              </a:rPr>
              <a:t>Applications of Big Data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01" y="986013"/>
            <a:ext cx="5948750" cy="32313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851" y="3632855"/>
            <a:ext cx="6049374" cy="3152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892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367" y="243281"/>
            <a:ext cx="10515600" cy="43233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7030A0"/>
                </a:solidFill>
              </a:rPr>
              <a:t>Big Data Future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621" y="944067"/>
            <a:ext cx="7399092" cy="581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087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143" y="198670"/>
            <a:ext cx="10515600" cy="45178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7030A0"/>
                </a:solidFill>
              </a:rPr>
              <a:t>What are the four types of Big Data Analytics?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114" y="2843868"/>
            <a:ext cx="11887200" cy="3884103"/>
          </a:xfrm>
        </p:spPr>
        <p:txBody>
          <a:bodyPr>
            <a:normAutofit fontScale="85000" lnSpcReduction="2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dirty="0" smtClean="0"/>
              <a:t>Descriptive Analytics: Answers the question: "What has happened?" (e.g., reporting, dashboards).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 smtClean="0"/>
              <a:t>Diagnostic Analytics: Answers the question: "Why did it happen?" (e.g., drilling down, data discovery).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 smtClean="0"/>
              <a:t>Predictive Analytics: Answers the question: "What is likely to happen?" (e.g., forecasting, machine learning).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 smtClean="0"/>
              <a:t>Prescriptive Analytics: Answers the question: "What should we do?" (e.g., optimization, recommendation engines).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0227" y="650453"/>
            <a:ext cx="2695143" cy="210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084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is Big Data Analytics different from traditional analytics?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It handles diverse data types and massive volumes with distributed computing frameworks like Hadoop and Spark.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916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Hadoop?</a:t>
            </a:r>
            <a:br>
              <a:rPr lang="en-US" dirty="0"/>
            </a:br>
            <a:r>
              <a:rPr lang="en-US" dirty="0"/>
              <a:t>An open-source framework for distributed storage (HDFS) and processing of Big Data using </a:t>
            </a:r>
            <a:r>
              <a:rPr lang="en-US" dirty="0" err="1"/>
              <a:t>MapReduce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327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Apache Spark?</a:t>
            </a:r>
            <a:br>
              <a:rPr lang="en-US" dirty="0"/>
            </a:br>
            <a:r>
              <a:rPr lang="en-US" dirty="0"/>
              <a:t>A fast in-memory data processing engine used for big data analysis, offering speed advantages over </a:t>
            </a:r>
            <a:r>
              <a:rPr lang="en-US" dirty="0" err="1"/>
              <a:t>MapReduce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207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types of data are analyzed in Big Data?</a:t>
            </a:r>
            <a:br>
              <a:rPr lang="en-US" dirty="0"/>
            </a:br>
            <a:r>
              <a:rPr lang="en-US" dirty="0"/>
              <a:t>Structured, semi-structured, and unstructured data from sources like social media, sensors, transactions, and logs.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028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MapReduce</a:t>
            </a:r>
            <a:r>
              <a:rPr lang="en-US" dirty="0"/>
              <a:t>?</a:t>
            </a:r>
            <a:br>
              <a:rPr lang="en-US" dirty="0"/>
            </a:br>
            <a:r>
              <a:rPr lang="en-US" dirty="0"/>
              <a:t>A programming model for processing large datasets with a distributed algorithm on a cluster.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148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challenges exist in Big Data Analytics?</a:t>
            </a:r>
            <a:br>
              <a:rPr lang="en-US" dirty="0"/>
            </a:br>
            <a:r>
              <a:rPr lang="en-US" dirty="0"/>
              <a:t>Data quality, integration from multiple sources, scalability, real-time processing, and data security.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297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Big Data help decision making?</a:t>
            </a:r>
            <a:br>
              <a:rPr lang="en-US" dirty="0"/>
            </a:br>
            <a:r>
              <a:rPr lang="en-US" dirty="0"/>
              <a:t>By providing insights from large datasets that improve operational efficiency, customer targeting, and risk management.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872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common tools used in Big Data Analytics?</a:t>
            </a:r>
            <a:br>
              <a:rPr lang="en-US" dirty="0"/>
            </a:br>
            <a:r>
              <a:rPr lang="en-US" dirty="0"/>
              <a:t>Hadoop, Spark, Kafka (real-time streaming), Hive (SQL querying), NoSQL databases (MongoDB, Cassandra).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009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497</Words>
  <Application>Microsoft Office PowerPoint</Application>
  <PresentationFormat>Widescreen</PresentationFormat>
  <Paragraphs>40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Office Theme</vt:lpstr>
      <vt:lpstr>What is Big Data?</vt:lpstr>
      <vt:lpstr>What are the 5 V's of Big Data?</vt:lpstr>
      <vt:lpstr>What is Big Data Analytics?</vt:lpstr>
      <vt:lpstr>Process of Big Data Analytics</vt:lpstr>
      <vt:lpstr>Technologies and Techniques in Big Data Analytics</vt:lpstr>
      <vt:lpstr>Importance of Big Data</vt:lpstr>
      <vt:lpstr>Applications of Big Data</vt:lpstr>
      <vt:lpstr>Big Data Future</vt:lpstr>
      <vt:lpstr>What are the four types of Big Data Analytics?</vt:lpstr>
      <vt:lpstr>How is Big Data Analytics different from traditional analytics?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Big Data?</dc:title>
  <dc:creator>Wazir laghari</dc:creator>
  <cp:lastModifiedBy>Wazir laghari</cp:lastModifiedBy>
  <cp:revision>5</cp:revision>
  <dcterms:created xsi:type="dcterms:W3CDTF">2025-11-03T08:42:48Z</dcterms:created>
  <dcterms:modified xsi:type="dcterms:W3CDTF">2025-11-03T18:42:53Z</dcterms:modified>
</cp:coreProperties>
</file>